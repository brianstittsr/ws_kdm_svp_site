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0" y="1371600"/>
            <a:ext cx="3657600" cy="4572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BELPAK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365D"/>
                </a:solidFill>
              </a:rPr>
              <a:t>Toyota Battery Manufacturing NC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5568"/>
                </a:solidFill>
              </a:rPr>
              <a:t>Supplier Qualification Discovery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0" y="137160"/>
            <a:ext cx="1188720" cy="2286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V2 - REVISED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BelPak brings $400M revenue, 1,000 employees, and 30+ years OEM experience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5303520" cy="20116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05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🎯 The Opportunity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13716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Contract packaging and logistics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Embedded operations with Subaru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MBE certification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25+ facilities nationwide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914400"/>
            <a:ext cx="5303520" cy="2011680"/>
          </a:xfrm>
          <a:prstGeom prst="rect">
            <a:avLst/>
          </a:prstGeom>
          <a:solidFill>
            <a:srgbClr val="FFF5EB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005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8936"/>
                </a:solidFill>
              </a:rPr>
              <a:t>⚠️ Key Gaps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13716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No hazmat experience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ISO/IATF certifications needed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Battery expertise gaps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Toyota interest unconfirmed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BelPak's 8 competitive advantages position them as Toyota's ideal partner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2560320" cy="10972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25+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Facilities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914400"/>
            <a:ext cx="2560320" cy="10972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1,000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004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Employees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914400"/>
            <a:ext cx="2560320" cy="10972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99.6%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9436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OTIF Rate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0" y="914400"/>
            <a:ext cx="2560320" cy="10972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45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6868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Day Standup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194560"/>
            <a:ext cx="10789920" cy="13716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28600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8 Competitive Advantages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26517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1. $400M revenue | 2. 1,000+ employees | 3. 30+ years OEM | 4. Subaru relationship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5. 25+ facilities | 6. MBE certification | 7. 99.6% OTIF | 8. 45-day standup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BelPak's Subaru relationship demonstrates embedded operations capability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Toyota Battery NC presents multiple service opportunities for BelPak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Toyota supplier qualification requires ISO 9001 and IATF 16949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A phased approach validates opportunity before major investment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Total investment ranges from $200K-$400K over 18-24 months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Several critical risks must be addressed before proceeding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Phase 0 Discovery must answer critical questions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Strategic Value+ team supports BelPak's Toyota qualification journey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365D"/>
                </a:solidFill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5568"/>
                </a:solidFill>
              </a:rPr>
              <a:t>Ready to Begin Discovery?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BelPak - Toyota Battery Manufacturing NC (V2)</dc:title>
  <dc:subject>PptxGenJS Presentation</dc:subject>
  <dc:creator>PptxGenJS</dc:creator>
  <cp:lastModifiedBy>PptxGenJS</cp:lastModifiedBy>
  <cp:revision>1</cp:revision>
  <dcterms:created xsi:type="dcterms:W3CDTF">2025-12-21T23:20:13Z</dcterms:created>
  <dcterms:modified xsi:type="dcterms:W3CDTF">2025-12-21T23:20:13Z</dcterms:modified>
</cp:coreProperties>
</file>