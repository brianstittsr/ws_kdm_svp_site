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C8A95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BELPAK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Toyota Battery Manufacturing NC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1828800" cy="73152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Supplier Qualification Brief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Prepared by Strategic Value+ Solutions | December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embedded operations model positions them as a potential Toyota Battery NC partner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5303520" cy="2011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The Opportunity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packaging and logistics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Embedded operations with Subaru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MBE certification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25+ facilities nationwide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5303520" cy="20116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⚠️ Key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No hazmat experience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ISO/IATF certifications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Battery expertise gaps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Toyota interest unconfirmed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 brings 25+ facilities, 1,000 employees, and proven OEM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25+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1,000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99.6%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OTIF Rate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45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Day Standup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Subaru relationship demonstrates embedded operations capability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Battery NC presents multiple service opportunities for BelPak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supplier qualification requires ISO 9001 and IATF 16949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A phased approach validates opportunity before major investment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Total investment ranges from $200K-$400K over 18-24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Several critical risks must be addressed before proceeding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Phase 0 Discovery must answer critical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Ready to Begin Discovery?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</a:rPr>
              <a:t>Value+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BelPak - Toyota Battery Manufacturing NC</dc:title>
  <dc:subject>PptxGenJS Presentation</dc:subject>
  <dc:creator>PptxGenJS</dc:creator>
  <cp:lastModifiedBy>PptxGenJS</cp:lastModifiedBy>
  <cp:revision>1</cp:revision>
  <dcterms:created xsi:type="dcterms:W3CDTF">2025-12-21T23:20:13Z</dcterms:created>
  <dcterms:modified xsi:type="dcterms:W3CDTF">2025-12-21T23:20:13Z</dcterms:modified>
</cp:coreProperties>
</file>